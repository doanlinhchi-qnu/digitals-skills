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FFED3-DEC1-4884-B138-D7966CE47745}" type="datetimeFigureOut">
              <a:rPr lang="en-US" smtClean="0"/>
              <a:t>14/03/2026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FADAD-F300-4683-811F-5EF5B65E6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15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6B18-8995-4080-8FDE-5F0FDAD5AEA8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096C-1773-498D-B3EA-7033CDF11C81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7FA9-B198-457D-9780-4013B4A2BBFB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A761-2DC0-4CA6-83EF-41C7B15EA733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353E-7250-4775-844C-86157AACFB92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C7E9-8473-42DC-AEDA-877A86C8640B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DA02-AA0E-48AD-8B61-5288DDF37C34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07E9-EBAD-4D95-B307-3DEFFA200B31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B994AA6-2635-46A4-AA06-23E55E897267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88CF-AFDF-41E5-8753-6F70A7F18B47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1E648-647F-4EE4-86E2-8E50A59089A0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5BD9F0-D25D-4E60-8122-E84109FB496F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b="1" dirty="0" smtClean="0"/>
              <a:t>TIN HỌC CƠ SỞ</a:t>
            </a:r>
            <a:br>
              <a:rPr lang="vi-VN" b="1" dirty="0" smtClean="0"/>
            </a:br>
            <a:r>
              <a:rPr lang="vi-VN" sz="2400" i="1" dirty="0" smtClean="0"/>
              <a:t>Khối nghành xã hội nhân văn</a:t>
            </a:r>
            <a:endParaRPr lang="en-US" sz="24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 sz="2800" dirty="0" smtClean="0"/>
              <a:t>Trường ĐH Quy Nhơn</a:t>
            </a:r>
          </a:p>
          <a:p>
            <a:r>
              <a:rPr lang="vi-VN" sz="2800" dirty="0" smtClean="0"/>
              <a:t>8/2022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7C4A-AB19-4801-B0C5-AD9106117F81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14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 smtClean="0"/>
              <a:t>NỘI DUNG HỌC TẬP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lphaUcPeriod"/>
            </a:pPr>
            <a:r>
              <a:rPr lang="vi-VN" b="1" dirty="0" smtClean="0"/>
              <a:t>Soạn thảo văn bản nâng cao với Microsoft Word</a:t>
            </a:r>
          </a:p>
          <a:p>
            <a:pPr marL="571500" lvl="1" indent="-342900">
              <a:buFont typeface="+mj-lt"/>
              <a:buAutoNum type="arabicPeriod"/>
            </a:pPr>
            <a:r>
              <a:rPr lang="vi-VN" dirty="0" smtClean="0"/>
              <a:t>Thao tác trên tập tin</a:t>
            </a:r>
          </a:p>
          <a:p>
            <a:pPr marL="571500" lvl="1" indent="-342900">
              <a:buFont typeface="+mj-lt"/>
              <a:buAutoNum type="arabicPeriod"/>
            </a:pPr>
            <a:r>
              <a:rPr lang="vi-VN" dirty="0" smtClean="0"/>
              <a:t>Trộn văn bản</a:t>
            </a:r>
          </a:p>
          <a:p>
            <a:pPr marL="571500" lvl="1" indent="-342900">
              <a:buFont typeface="+mj-lt"/>
              <a:buAutoNum type="arabicPeriod"/>
            </a:pPr>
            <a:r>
              <a:rPr lang="vi-VN" dirty="0" smtClean="0"/>
              <a:t>Tạo Form dữ liệu</a:t>
            </a:r>
          </a:p>
          <a:p>
            <a:pPr marL="342900" indent="-342900">
              <a:buFont typeface="+mj-lt"/>
              <a:buAutoNum type="alphaUcPeriod"/>
            </a:pPr>
            <a:r>
              <a:rPr lang="vi-VN" b="1" dirty="0" smtClean="0"/>
              <a:t>Sử dụng bảng tính nâng cao</a:t>
            </a:r>
          </a:p>
          <a:p>
            <a:pPr marL="571500" lvl="1" indent="-342900">
              <a:buFont typeface="+mj-lt"/>
              <a:buAutoNum type="arabicPeriod"/>
            </a:pPr>
            <a:r>
              <a:rPr lang="vi-VN" dirty="0" smtClean="0"/>
              <a:t>Sử dụng các hàm liên quan đến các thao tác trên dữ liệu</a:t>
            </a:r>
          </a:p>
          <a:p>
            <a:pPr marL="571500" lvl="1" indent="-342900">
              <a:buFont typeface="+mj-lt"/>
              <a:buAutoNum type="arabicPeriod"/>
            </a:pPr>
            <a:r>
              <a:rPr lang="vi-VN" dirty="0" smtClean="0"/>
              <a:t>Case study sử dụng các hàm</a:t>
            </a:r>
          </a:p>
          <a:p>
            <a:pPr marL="342900" indent="-342900">
              <a:buFont typeface="+mj-lt"/>
              <a:buAutoNum type="alphaUcPeriod"/>
            </a:pPr>
            <a:r>
              <a:rPr lang="vi-VN" b="1" dirty="0" smtClean="0"/>
              <a:t>Sử dụng thống kê dữ liệu trong Excel</a:t>
            </a:r>
          </a:p>
          <a:p>
            <a:pPr marL="571500" lvl="1" indent="-342900">
              <a:buFont typeface="+mj-lt"/>
              <a:buAutoNum type="arabicPeriod"/>
            </a:pPr>
            <a:r>
              <a:rPr lang="vi-VN" dirty="0" smtClean="0"/>
              <a:t>Các hàm thống kê mô tả dữ liệu</a:t>
            </a:r>
          </a:p>
          <a:p>
            <a:pPr marL="571500" lvl="1" indent="-342900">
              <a:buFont typeface="+mj-lt"/>
              <a:buAutoNum type="arabicPeriod"/>
            </a:pPr>
            <a:r>
              <a:rPr lang="vi-VN" dirty="0" smtClean="0"/>
              <a:t>Vẽ biểu đồ thống kê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91BF-CB68-4EB9-B52B-E05016025769}" type="datetime1">
              <a:rPr lang="en-US" smtClean="0"/>
              <a:t>14/03/2026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54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</TotalTime>
  <Words>84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Gill Sans MT</vt:lpstr>
      <vt:lpstr>Tahoma</vt:lpstr>
      <vt:lpstr>Parcel</vt:lpstr>
      <vt:lpstr>TIN HỌC CƠ SỞ Khối nghành xã hội nhân văn</vt:lpstr>
      <vt:lpstr>NỘI DUNG HỌC TẬP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CƠ SỞ Khối nghành xã hội nhân văn</dc:title>
  <dc:creator>Admin</dc:creator>
  <cp:lastModifiedBy>Admin</cp:lastModifiedBy>
  <cp:revision>2</cp:revision>
  <dcterms:created xsi:type="dcterms:W3CDTF">2026-03-14T00:58:38Z</dcterms:created>
  <dcterms:modified xsi:type="dcterms:W3CDTF">2026-03-14T01:08:54Z</dcterms:modified>
</cp:coreProperties>
</file>