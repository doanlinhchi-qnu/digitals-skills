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93" d="100"/>
          <a:sy n="93" d="100"/>
        </p:scale>
        <p:origin x="32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293B7-DE19-4872-B5FE-A77BBFC3C464}" type="datetimeFigureOut">
              <a:rPr lang="en-US" smtClean="0"/>
              <a:t>23/08/2026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2DC61-BD3B-422C-92A8-15EB07FFB3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29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5146E-C1B0-4540-8017-5429011C84AA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6A02-1466-43A9-9507-B9F5F81E6CC4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E6217DC-8CB7-4014-8326-C672D16E7901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0D586-377E-4C8E-9A70-A8560C52427B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81F0B-2326-49F3-A63E-A8A98EF5B742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F8C6A-C76D-47F2-AE7E-96247EBE5B66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1C2BD-08AE-4A6B-9AEA-91DEFFB3489E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61B90-A4BD-4C91-9E11-E25336DEFBF1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63E2E-6C4D-4CAD-889A-8FE19D4E849C}" type="datetime1">
              <a:rPr lang="en-US" smtClean="0"/>
              <a:t>23/08/2026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DC6C-5024-4916-8F74-07536C220109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88EB-5CAF-4133-BD8D-26866E594AEE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ABC608-4843-425B-8272-3917DC82DBF1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vi-VN" sz="8800" dirty="0" smtClean="0"/>
              <a:t>NĂNG LỰC </a:t>
            </a:r>
            <a:br>
              <a:rPr lang="vi-VN" sz="8800" dirty="0" smtClean="0"/>
            </a:br>
            <a:r>
              <a:rPr lang="vi-VN" sz="8800" dirty="0" smtClean="0"/>
              <a:t>SƯ PHẠM SỐ</a:t>
            </a:r>
            <a:endParaRPr lang="en-US" sz="8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 smtClean="0"/>
              <a:t>Trung tâm Tin học – Trường Đại học Quy Nhơn</a:t>
            </a:r>
          </a:p>
          <a:p>
            <a:r>
              <a:rPr lang="vi-VN" dirty="0" smtClean="0"/>
              <a:t>Tháng 8/2026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614CD-6A41-4074-96D5-0A13A703A988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47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4000" dirty="0" smtClean="0"/>
              <a:t>CẤU TRÚC KHUNG 5 NHÓM NĂNG LỰC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vi-VN" b="1" dirty="0" smtClean="0"/>
              <a:t>Năng lực dạy học số</a:t>
            </a:r>
          </a:p>
          <a:p>
            <a:pPr marL="457200" indent="-457200">
              <a:buFont typeface="+mj-lt"/>
              <a:buAutoNum type="arabicPeriod"/>
            </a:pPr>
            <a:r>
              <a:rPr lang="vi-VN" b="1" dirty="0" smtClean="0"/>
              <a:t>Năng lực thiết kế - phát triển học liệu số </a:t>
            </a:r>
          </a:p>
          <a:p>
            <a:pPr marL="457200" indent="-457200">
              <a:buFont typeface="+mj-lt"/>
              <a:buAutoNum type="arabicPeriod"/>
            </a:pPr>
            <a:r>
              <a:rPr lang="vi-VN" b="1" dirty="0" smtClean="0"/>
              <a:t>Năng lực kiểm tra – đánh giá số </a:t>
            </a:r>
          </a:p>
          <a:p>
            <a:pPr marL="457200" indent="-457200">
              <a:buFont typeface="+mj-lt"/>
              <a:buAutoNum type="arabicPeriod"/>
            </a:pPr>
            <a:r>
              <a:rPr lang="vi-VN" b="1" dirty="0" smtClean="0"/>
              <a:t>Năng lực kiểm tra học sinh trong môi trường số </a:t>
            </a:r>
          </a:p>
          <a:p>
            <a:pPr marL="457200" indent="-457200">
              <a:buFont typeface="+mj-lt"/>
              <a:buAutoNum type="arabicPeriod"/>
            </a:pPr>
            <a:r>
              <a:rPr lang="vi-VN" b="1" dirty="0" smtClean="0"/>
              <a:t>Năng lực chuyển môn &amp; phát triển nghề nghiệp số 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F6E3-B898-4717-B163-317F7E0707B2}" type="datetime1">
              <a:rPr lang="en-US" smtClean="0"/>
              <a:t>23/08/2026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02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25</TotalTime>
  <Words>68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NĂNG LỰC  SƯ PHẠM SỐ</vt:lpstr>
      <vt:lpstr>CẤU TRÚC KHUNG 5 NHÓM NĂNG LỰC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NĂNG LỰC  SƯ PHẠM SỐ</dc:title>
  <dc:creator>Admin</dc:creator>
  <cp:lastModifiedBy>Admin</cp:lastModifiedBy>
  <cp:revision>1</cp:revision>
  <dcterms:created xsi:type="dcterms:W3CDTF">2026-08-23T01:06:20Z</dcterms:created>
  <dcterms:modified xsi:type="dcterms:W3CDTF">2026-08-23T01:31:25Z</dcterms:modified>
</cp:coreProperties>
</file>