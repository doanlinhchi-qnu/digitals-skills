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93" d="100"/>
          <a:sy n="93" d="100"/>
        </p:scale>
        <p:origin x="32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63D31-EEDE-47B9-9717-E7F0E5811E46}" type="datetimeFigureOut">
              <a:rPr lang="en-US" smtClean="0"/>
              <a:t>24/12/2025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9C646-D9BC-4BD9-A2CD-177B4344E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93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249BA02-7433-4C6A-8D11-5F4DCA678CA4}" type="datetime1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593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CE6E-45BA-40B0-891B-68F5C33CCE84}" type="datetime1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18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766-CA5E-4DCF-8EC6-8D716F3B8E17}" type="datetime1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103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F605-676E-44F5-A501-73B9B3866900}" type="datetime1">
              <a:rPr lang="en-US" smtClean="0"/>
              <a:t>24/12/2025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11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BFAE-8FCD-4CC7-A7ED-B8BC2C08B19D}" type="datetime1">
              <a:rPr lang="en-US" smtClean="0"/>
              <a:t>24/12/2025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651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EBC3-513C-4EEA-A9E0-A5F6FB7B9529}" type="datetime1">
              <a:rPr lang="en-US" smtClean="0"/>
              <a:t>24/12/2025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169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E3BF8-C114-4BB4-BC3F-AB89BB26A328}" type="datetime1">
              <a:rPr lang="en-US" smtClean="0"/>
              <a:t>24/12/2025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34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5B904-9CE6-4384-907B-843CD56493DC}" type="datetime1">
              <a:rPr lang="en-US" smtClean="0"/>
              <a:t>24/12/2025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515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71278-9234-42CD-9A3B-4A6ACA286AFD}" type="datetime1">
              <a:rPr lang="en-US" smtClean="0"/>
              <a:t>24/12/2025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16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7051-D78F-4DE9-8449-8791EA72297E}" type="datetime1">
              <a:rPr lang="en-US" smtClean="0"/>
              <a:t>24/12/2025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43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95113-2C05-4A8E-BC7E-B3F4845E4AB9}" type="datetime1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701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9E343-1BD4-4B34-8097-2D5F2EA40BA6}" type="datetime1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617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A8C2B-5B94-4CBF-95A5-6497278672CC}" type="datetime1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25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E661-A6C2-412F-B972-0A951A638504}" type="datetime1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248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88FFF-1469-4C94-B314-3F39E7F6D792}" type="datetime1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721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E10F8-38F1-4FB7-BE19-47F1BAC712E2}" type="datetime1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847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4E22-9D48-4673-BF6E-7E9692608ABD}" type="datetime1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273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5A1E2A5-3867-4574-BFA5-40998BF56C90}" type="datetime1">
              <a:rPr lang="en-US" smtClean="0"/>
              <a:t>24/12/2025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793F5C-F60A-44C3-A23F-A060EB23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4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TRÌNH BẢN TÍNH MICOROSORT EXCEL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 sz="1600" dirty="0" smtClean="0"/>
              <a:t>TRUNG TÂM TIN HỌC- ĐẠI HỌC QUY NHƠN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04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THAO TÁC CƠ BẢN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Các thao tác trên file</a:t>
            </a:r>
          </a:p>
          <a:p>
            <a:r>
              <a:rPr lang="vi-VN" dirty="0" smtClean="0"/>
              <a:t>Các thao tác định dạng kí tự </a:t>
            </a:r>
          </a:p>
          <a:p>
            <a:r>
              <a:rPr lang="vi-VN" dirty="0" smtClean="0"/>
              <a:t>Các thao tác định dạng dữ liệu</a:t>
            </a:r>
          </a:p>
          <a:p>
            <a:r>
              <a:rPr lang="vi-VN" dirty="0" smtClean="0"/>
              <a:t>Nhập công thức đơn giản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93F5C-F60A-44C3-A23F-A060EB230E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85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</TotalTime>
  <Words>45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Garamond</vt:lpstr>
      <vt:lpstr>Times New Roman</vt:lpstr>
      <vt:lpstr>Organic</vt:lpstr>
      <vt:lpstr>CHƯƠNG TRÌNH BẢN TÍNH MICOROSORT EXCEL</vt:lpstr>
      <vt:lpstr>CÁC THAO TÁC CƠ BẢN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TRÌNH BẢN TÍNH MICOROSORT EXCEL</dc:title>
  <dc:creator>Admin</dc:creator>
  <cp:lastModifiedBy>Admin</cp:lastModifiedBy>
  <cp:revision>3</cp:revision>
  <dcterms:created xsi:type="dcterms:W3CDTF">2025-12-24T00:46:26Z</dcterms:created>
  <dcterms:modified xsi:type="dcterms:W3CDTF">2025-12-24T01:04:26Z</dcterms:modified>
</cp:coreProperties>
</file>